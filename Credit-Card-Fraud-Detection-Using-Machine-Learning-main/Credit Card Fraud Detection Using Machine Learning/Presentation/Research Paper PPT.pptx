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uDuxFislJkveoLNruzILWYKzh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:notes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 of the faculty [Group: G00] [Sem:2nd]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657c1c266_0_1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657c1c266_0_1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e657c1c266_0_1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e657c1c266_0_2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e657c1c266_0_2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e657c1c266_0_2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657c1c266_0_3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657c1c266_0_3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657c1c266_0_3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57c1c266_0_4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657c1c266_0_4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e657c1c266_0_4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"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idx="1"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2"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"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3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3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2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2"/>
          <p:cNvSpPr txBox="1"/>
          <p:nvPr>
            <p:ph idx="1"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2"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"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2"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3"/>
          <p:cNvSpPr txBox="1"/>
          <p:nvPr>
            <p:ph idx="3"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23"/>
          <p:cNvSpPr txBox="1"/>
          <p:nvPr>
            <p:ph idx="4"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4"/>
          <p:cNvSpPr txBox="1"/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"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2"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3"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4"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5"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6"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 flipH="1" rot="10800000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gif" id="12" name="Google Shape;12;p12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3" name="Google Shape;13;p12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5" name="Google Shape;15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16" name="Google Shape;16;p12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" name="Google Shape;17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18" name="Google Shape;1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.gif" id="19" name="Google Shape;19;p12"/>
          <p:cNvPicPr preferRelativeResize="0"/>
          <p:nvPr/>
        </p:nvPicPr>
        <p:blipFill rotWithShape="1">
          <a:blip r:embed="rId1">
            <a:alphaModFix/>
          </a:blip>
          <a:srcRect b="10718" l="0" r="0" t="0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oogle Shape;20;p12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21" name="Google Shape;21;p12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LOGO.gif" id="22" name="Google Shape;22;p12"/>
            <p:cNvPicPr preferRelativeResize="0"/>
            <p:nvPr/>
          </p:nvPicPr>
          <p:blipFill rotWithShape="1">
            <a:blip r:embed="rId1">
              <a:alphaModFix/>
            </a:blip>
            <a:srcRect b="10718" l="0" r="0" t="0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" name="Google Shape;23;p12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logo.jpg" id="24" name="Google Shape;2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12"/>
          <p:cNvSpPr txBox="1"/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"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Presentation of 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IOHE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</a:t>
            </a:r>
            <a:endParaRPr b="1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Mitigating Credit Card Fraud Using SMOTE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and Artificial Neural Networks</a:t>
            </a:r>
            <a:endParaRPr b="1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Vansh Sharma : 2210990938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Dr. Monika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Chitkara University, Punjab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7988" y="147484"/>
            <a:ext cx="331853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17988" y="1668207"/>
            <a:ext cx="8622900" cy="3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card fraud is a major issue in the digital financial world, causing billions of dollars in losses every year.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rapid growth of online transactions has increased opportunities for fraudsters to exploit system vulnerabilities.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detection is challenging due to the highly imbalanced dataset, where fraudulent transactions are very few compared to legitimate ones.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models often become biased toward the majority class, reducing their ability to detect fraud.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>
                <a:solidFill>
                  <a:schemeClr val="dk1"/>
                </a:solidFill>
              </a:rPr>
              <a:t>,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there is a need for an intelligent system that can handle imbalanced data and accurately detect fraudulent transactions in real time.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just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/>
        </p:nvSpPr>
        <p:spPr>
          <a:xfrm>
            <a:off x="167148" y="1836335"/>
            <a:ext cx="8252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develop an efficient system for detecting credit card fraud using machine learning techniques.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handle imbalanced data using SMOTE (Synthetic Minority Over-sampling Technique).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implement and compare multiple models such as Logistic Regression, Random Forest, XGBoost, and ANN.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design a hybrid model combining multiple algorithms for better performance.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achieve high accuracy, precision, and recall while minimizing false positives and false negatives.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714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 txBox="1"/>
          <p:nvPr/>
        </p:nvSpPr>
        <p:spPr>
          <a:xfrm>
            <a:off x="285136" y="127819"/>
            <a:ext cx="178125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657c1c266_0_17"/>
          <p:cNvSpPr txBox="1"/>
          <p:nvPr>
            <p:ph type="title"/>
          </p:nvPr>
        </p:nvSpPr>
        <p:spPr>
          <a:xfrm>
            <a:off x="45720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Overview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e657c1c266_0_17"/>
          <p:cNvSpPr txBox="1"/>
          <p:nvPr>
            <p:ph idx="1" type="body"/>
          </p:nvPr>
        </p:nvSpPr>
        <p:spPr>
          <a:xfrm>
            <a:off x="183600" y="1257976"/>
            <a:ext cx="8229300" cy="494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Credit card fraud detection methods are broadly classified into rule-based and machine learning-based approaches.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Rule-based systems rely on predefined conditions but fail to detect new fraud patterns.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Machine learning models can learn patterns from data and adapt to changing fraud behaviors.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Algorithms like Decision Trees, SVM, Naive Bayes, and Neural Networks are widely used.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Artificial Neural Networks are effective in capturing complex and non-linear relationships.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Hybrid models combining multiple algorithms provide better accuracy and robustness.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However, most studies struggle with imbalanced datasets, affecting model performance.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/>
        </p:nvSpPr>
        <p:spPr>
          <a:xfrm>
            <a:off x="206477" y="137652"/>
            <a:ext cx="212429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4"/>
          <p:cNvSpPr txBox="1"/>
          <p:nvPr/>
        </p:nvSpPr>
        <p:spPr>
          <a:xfrm>
            <a:off x="206477" y="1425677"/>
            <a:ext cx="8740800" cy="43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34290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SMOTE helps in balancing the dataset, improving model learning.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Artificial Neural Networks can detect complex fraud patterns effectively.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Hybrid model combines strengths of multiple algorithms, increasing accuracy.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Reduces false negatives, ensuring fraudulent transactions are not missed.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Scalable solution that can handle large volumes of transaction data.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3429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None/>
            </a:pPr>
            <a:r>
              <a:t/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226142" y="137651"/>
            <a:ext cx="258115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Disadvantages</a:t>
            </a:r>
            <a:endParaRPr b="0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226142" y="1907458"/>
            <a:ext cx="88194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SMOTE generates synthetic data which may not always represent real-world scenarios perfectly.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ANN requires high computational power and longer training time.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Risk of overfitting if the model becomes too complex.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Hybrid models increase system complexity and require careful tuning.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Performance depends heavily on quality of data and preprocessing.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657c1c266_0_27"/>
          <p:cNvSpPr txBox="1"/>
          <p:nvPr>
            <p:ph type="title"/>
          </p:nvPr>
        </p:nvSpPr>
        <p:spPr>
          <a:xfrm>
            <a:off x="355850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Description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g3e657c1c266_0_27"/>
          <p:cNvSpPr txBox="1"/>
          <p:nvPr>
            <p:ph idx="1" type="subTitle"/>
          </p:nvPr>
        </p:nvSpPr>
        <p:spPr>
          <a:xfrm>
            <a:off x="246925" y="1200170"/>
            <a:ext cx="8229300" cy="397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Dataset contains approximately 284,808 credit card transactions.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Only 492 transactions are fraudulent, making the dataset highly imbalanced.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Features are anonymized for privacy and security reasons.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includes important transaction-related attributes for analysis.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SMOTE is applied to balance the dataset by generating synthetic fraud samples.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Balanced dataset improves model performance and prediction accuracy.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657c1c266_0_34"/>
          <p:cNvSpPr txBox="1"/>
          <p:nvPr>
            <p:ph type="title"/>
          </p:nvPr>
        </p:nvSpPr>
        <p:spPr>
          <a:xfrm>
            <a:off x="383025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g3e657c1c266_0_34"/>
          <p:cNvSpPr txBox="1"/>
          <p:nvPr>
            <p:ph idx="1" type="subTitle"/>
          </p:nvPr>
        </p:nvSpPr>
        <p:spPr>
          <a:xfrm>
            <a:off x="183600" y="1075570"/>
            <a:ext cx="8229300" cy="397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collection from credit card transaction records.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Data preprocessing including cleaning and feature engineering.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Handling class imbalance using SMOTE technique.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Training multiple machine learning models (LR, RF, XGBoost, MLP, ANN).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Evaluating models using metrics like accuracy, precision, recall, and F1-score.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Developing a hybrid model using voting classifier to combine predictions.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7c1c266_0_42"/>
          <p:cNvSpPr txBox="1"/>
          <p:nvPr>
            <p:ph type="title"/>
          </p:nvPr>
        </p:nvSpPr>
        <p:spPr>
          <a:xfrm>
            <a:off x="372025" y="0"/>
            <a:ext cx="5486100" cy="91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g3e657c1c266_0_42"/>
          <p:cNvSpPr txBox="1"/>
          <p:nvPr>
            <p:ph idx="1" type="subTitle"/>
          </p:nvPr>
        </p:nvSpPr>
        <p:spPr>
          <a:xfrm>
            <a:off x="201850" y="1093795"/>
            <a:ext cx="8229300" cy="3977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ANN achieved an accuracy of approximately 98.1%.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Hybrid model achieved the highest accuracy of around 99.9%.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High precision and recall indicate effective fraud detection.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Low false negatives ensure most fraudulent transactions are detected.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SMOTE significantly improved detection performance on minority class.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•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Hybrid approach proved more reliable than individual models.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1"/>
          <p:cNvSpPr txBox="1"/>
          <p:nvPr/>
        </p:nvSpPr>
        <p:spPr>
          <a:xfrm>
            <a:off x="1297577" y="2821578"/>
            <a:ext cx="67056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5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1"/>
          <p:cNvSpPr txBox="1"/>
          <p:nvPr/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2010-04-09T07:36:15Z</dcterms:created>
  <dc:creator>ABC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